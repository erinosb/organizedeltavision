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9AC4F-E631-366C-DAD9-895D7DF59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E9833-988F-EE9B-3924-37C6DD650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565EE-1C6C-09E9-BB19-7B5CA76B3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24E68-642E-AE6D-E555-7B4C81C8D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88870-FF4A-B97A-D8D6-686F7A9C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06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805B4-83CD-0CE2-DFE5-C3D07131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181D0-0881-C861-E8A1-8CEFBDBB7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5DB53-B044-FDA7-4257-00E7CA54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0A065-05E3-4852-6CCD-2632A91E9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6017D-C26D-8B8E-9264-3ECB68072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09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FB1D-B1C4-833B-D767-E14474F2D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DB5CB-B622-659F-3498-A4302E23D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59E41-F453-D083-22CD-A7D8E5B04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6D3F0-DB1F-8BF7-648D-CBEA34AF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3BB3-F113-4688-AF3A-2719C25CE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6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FACEC-525F-B133-6545-AA48AEEE4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7EF2A-2955-7D66-BDE4-A2B5E032F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E663C-6E04-823F-1DBA-4AA6A59C1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7E8A6-2E5F-124D-355C-3606058EC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9020B-EE94-2364-3D59-D2A33A347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A20A7-8742-3431-0B18-C40C4F55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2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31F40-07AB-ADD9-2230-E131182A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10B07-CA1E-01E7-6C59-90111BABE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9057A-E0E4-9C09-CACB-19FC5A67F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C71DA-8EE1-0542-2D75-E33AFDD71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997DF-D7D8-4102-AB8D-AF8BB39C5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46C5E-B1A9-185D-C7FC-59ADD593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283F4-69AA-7ADF-E0A4-52FD045C8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94B5E-F93C-74E1-63B2-3967E638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5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08BB-8535-6906-0FFA-CEF2C7C96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08792-9514-AC49-2336-B987603D3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D837C-3784-E516-27DF-091964DA0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677E1-2624-26A4-24CD-656A4F11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24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092BD8-1CD9-B6AE-C9A7-827A792AC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8F0DF-35F0-9C4F-AF6A-BE32B7C43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EBECC-126E-C3BE-3164-D0A9C3B4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0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8B14-E95C-9057-F0F9-9F03A1DC3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EAD15-ADCE-C41F-01A5-CF7C0B1B8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092A8-2E56-4D33-3BE9-169597594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CC2B1-E89F-A0DF-387C-E856C6A71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8C7B4-FF72-94C1-2900-E078A0325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A86D3-35D7-A387-0E8C-AEB89CDF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0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95B2-583E-4420-FB28-54D2FAD6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DB23B-AE21-0C16-CE21-0587F1F32F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8D522-47A2-9929-B15B-CB15E8CB7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FD475-EF20-19DC-DED0-B644CC32F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DAE40-C403-C318-ADC8-5DE6E80EB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62B57-9ACC-B838-BE3B-C05629E3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86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BE43F-C0A2-8472-ED49-A81E811E5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B1A44-5E36-DD6A-8EC9-6F5197393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5ED6F-D039-3A1D-2BF8-38E6BCDE2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BC0C8-13B7-DF54-5E64-FEA7C85B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F3347-0F35-2EF3-766D-6C9877D5A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83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3F0633-C954-2206-A8EB-1A407B90A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46695-85FA-7C09-7807-323B424DA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B023F-F374-BB6B-AA2C-BF2B8A6B8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61C2E-1870-E475-F8BE-A926F6292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F88F-4E09-0704-91E9-6F87B9181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5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B32AE-D0A2-F5E9-06DB-8BA917593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822A5-0C66-6CBC-6C27-7F1F1CA88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415D2-EB83-0DFE-E0EB-550308FF4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39D2A-E955-2A84-B195-BEC5520E6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C2A79-2575-E515-BC12-30E262B41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5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Open folder with solid fill">
            <a:extLst>
              <a:ext uri="{FF2B5EF4-FFF2-40B4-BE49-F238E27FC236}">
                <a16:creationId xmlns:a16="http://schemas.microsoft.com/office/drawing/2014/main" id="{192D56DE-9B04-6B48-C3CA-51BFBB0FF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173" y="1168744"/>
            <a:ext cx="914400" cy="9144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573F3A-B9A6-BD9E-CE63-878F9EBE29B7}"/>
              </a:ext>
            </a:extLst>
          </p:cNvPr>
          <p:cNvCxnSpPr/>
          <p:nvPr/>
        </p:nvCxnSpPr>
        <p:spPr>
          <a:xfrm>
            <a:off x="1017373" y="1952367"/>
            <a:ext cx="0" cy="34351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523FE4-24F5-EBC2-822D-FB2038B64CC5}"/>
              </a:ext>
            </a:extLst>
          </p:cNvPr>
          <p:cNvCxnSpPr>
            <a:cxnSpLocks/>
          </p:cNvCxnSpPr>
          <p:nvPr/>
        </p:nvCxnSpPr>
        <p:spPr>
          <a:xfrm flipH="1">
            <a:off x="1011192" y="5379309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9959B9-0613-C3CE-D45E-F25FF7E0138D}"/>
              </a:ext>
            </a:extLst>
          </p:cNvPr>
          <p:cNvCxnSpPr>
            <a:cxnSpLocks/>
          </p:cNvCxnSpPr>
          <p:nvPr/>
        </p:nvCxnSpPr>
        <p:spPr>
          <a:xfrm flipH="1">
            <a:off x="1011192" y="2077996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950E7F-07EA-43CE-AAE8-9436E156117B}"/>
              </a:ext>
            </a:extLst>
          </p:cNvPr>
          <p:cNvCxnSpPr>
            <a:cxnSpLocks/>
          </p:cNvCxnSpPr>
          <p:nvPr/>
        </p:nvCxnSpPr>
        <p:spPr>
          <a:xfrm flipH="1">
            <a:off x="1011192" y="2549612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5F8C5D-C7D4-2C78-0B02-BC8699F2DEC8}"/>
              </a:ext>
            </a:extLst>
          </p:cNvPr>
          <p:cNvCxnSpPr>
            <a:cxnSpLocks/>
          </p:cNvCxnSpPr>
          <p:nvPr/>
        </p:nvCxnSpPr>
        <p:spPr>
          <a:xfrm flipH="1">
            <a:off x="1011192" y="3021228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3F347D-F706-AB8C-D633-B7E679E0241E}"/>
              </a:ext>
            </a:extLst>
          </p:cNvPr>
          <p:cNvCxnSpPr>
            <a:cxnSpLocks/>
          </p:cNvCxnSpPr>
          <p:nvPr/>
        </p:nvCxnSpPr>
        <p:spPr>
          <a:xfrm flipH="1">
            <a:off x="1011192" y="3492844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48C80D-860A-1AD0-E09A-834B44CDC676}"/>
              </a:ext>
            </a:extLst>
          </p:cNvPr>
          <p:cNvCxnSpPr>
            <a:cxnSpLocks/>
          </p:cNvCxnSpPr>
          <p:nvPr/>
        </p:nvCxnSpPr>
        <p:spPr>
          <a:xfrm flipH="1">
            <a:off x="1011192" y="3964460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F6F4E9C-A2D8-8F86-DD64-2F75E5199329}"/>
              </a:ext>
            </a:extLst>
          </p:cNvPr>
          <p:cNvCxnSpPr>
            <a:cxnSpLocks/>
          </p:cNvCxnSpPr>
          <p:nvPr/>
        </p:nvCxnSpPr>
        <p:spPr>
          <a:xfrm flipH="1">
            <a:off x="1011192" y="4436076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332960-E3AA-3C96-2206-DFC1EA6C93A0}"/>
              </a:ext>
            </a:extLst>
          </p:cNvPr>
          <p:cNvCxnSpPr>
            <a:cxnSpLocks/>
          </p:cNvCxnSpPr>
          <p:nvPr/>
        </p:nvCxnSpPr>
        <p:spPr>
          <a:xfrm flipH="1">
            <a:off x="1011192" y="4907692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E1BC8D7-BA4F-9B20-2A3E-DF46E9EEAFA7}"/>
              </a:ext>
            </a:extLst>
          </p:cNvPr>
          <p:cNvSpPr txBox="1"/>
          <p:nvPr/>
        </p:nvSpPr>
        <p:spPr>
          <a:xfrm>
            <a:off x="1311874" y="1893330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N2_mRNA-1_01_R3D.dv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5377A8-14C5-BE21-B298-E4771342B116}"/>
              </a:ext>
            </a:extLst>
          </p:cNvPr>
          <p:cNvSpPr txBox="1"/>
          <p:nvPr/>
        </p:nvSpPr>
        <p:spPr>
          <a:xfrm>
            <a:off x="1311874" y="2366123"/>
            <a:ext cx="3334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N2_mRNA-1_01_R3D_REF.dv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7055DD-A09F-4314-1FBA-9809924086D5}"/>
              </a:ext>
            </a:extLst>
          </p:cNvPr>
          <p:cNvSpPr txBox="1"/>
          <p:nvPr/>
        </p:nvSpPr>
        <p:spPr>
          <a:xfrm>
            <a:off x="1311874" y="2838916"/>
            <a:ext cx="3334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N2_mRNA-1_02_R3D.dv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A57F9D-183C-CA13-E8B0-BEF4A9890512}"/>
              </a:ext>
            </a:extLst>
          </p:cNvPr>
          <p:cNvSpPr txBox="1"/>
          <p:nvPr/>
        </p:nvSpPr>
        <p:spPr>
          <a:xfrm>
            <a:off x="1311874" y="3311709"/>
            <a:ext cx="3519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N2_mRNA-1_02_R3D_REF.dv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C1BBDB-D994-3BE2-F512-D861365D5F93}"/>
              </a:ext>
            </a:extLst>
          </p:cNvPr>
          <p:cNvSpPr txBox="1"/>
          <p:nvPr/>
        </p:nvSpPr>
        <p:spPr>
          <a:xfrm>
            <a:off x="1311874" y="3784502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N2_mRNA-1_03_R3D.dv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31CB19-43AE-6A17-A946-B5E9BA741032}"/>
              </a:ext>
            </a:extLst>
          </p:cNvPr>
          <p:cNvSpPr txBox="1"/>
          <p:nvPr/>
        </p:nvSpPr>
        <p:spPr>
          <a:xfrm>
            <a:off x="1311874" y="4257295"/>
            <a:ext cx="3433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N2_mRNA-1_03_R3D_REF.dv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8EB26E-5D72-A611-0A5C-E37CBD349595}"/>
              </a:ext>
            </a:extLst>
          </p:cNvPr>
          <p:cNvSpPr txBox="1"/>
          <p:nvPr/>
        </p:nvSpPr>
        <p:spPr>
          <a:xfrm>
            <a:off x="1311874" y="4730088"/>
            <a:ext cx="343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N2_mRNA-1_04_R3D.dv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FF4D29-F96A-7C01-E9F2-FDE35B9FA53C}"/>
              </a:ext>
            </a:extLst>
          </p:cNvPr>
          <p:cNvSpPr txBox="1"/>
          <p:nvPr/>
        </p:nvSpPr>
        <p:spPr>
          <a:xfrm>
            <a:off x="1311874" y="5202880"/>
            <a:ext cx="3433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N2_mRNA-1_04_R3D_REF.dv</a:t>
            </a:r>
          </a:p>
        </p:txBody>
      </p:sp>
      <p:pic>
        <p:nvPicPr>
          <p:cNvPr id="29" name="Graphic 28" descr="Open folder with solid fill">
            <a:extLst>
              <a:ext uri="{FF2B5EF4-FFF2-40B4-BE49-F238E27FC236}">
                <a16:creationId xmlns:a16="http://schemas.microsoft.com/office/drawing/2014/main" id="{C4337511-E645-E1C1-4596-6A5B5938B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0826" y="1181502"/>
            <a:ext cx="914400" cy="91440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B9BAC7C-FDA5-339D-28F1-0C81F693D21C}"/>
              </a:ext>
            </a:extLst>
          </p:cNvPr>
          <p:cNvCxnSpPr/>
          <p:nvPr/>
        </p:nvCxnSpPr>
        <p:spPr>
          <a:xfrm>
            <a:off x="7050368" y="1965125"/>
            <a:ext cx="0" cy="34351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6CD145-A99B-3895-97B2-88E4E1D3A1F9}"/>
              </a:ext>
            </a:extLst>
          </p:cNvPr>
          <p:cNvCxnSpPr>
            <a:cxnSpLocks/>
          </p:cNvCxnSpPr>
          <p:nvPr/>
        </p:nvCxnSpPr>
        <p:spPr>
          <a:xfrm flipH="1">
            <a:off x="7044187" y="5392067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054972A-8F59-11A4-2FEB-D8604D8CC5FC}"/>
              </a:ext>
            </a:extLst>
          </p:cNvPr>
          <p:cNvCxnSpPr>
            <a:cxnSpLocks/>
          </p:cNvCxnSpPr>
          <p:nvPr/>
        </p:nvCxnSpPr>
        <p:spPr>
          <a:xfrm flipH="1">
            <a:off x="7044187" y="2399674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E344CA-F4EC-4548-17FF-4FF65357A2C2}"/>
              </a:ext>
            </a:extLst>
          </p:cNvPr>
          <p:cNvCxnSpPr>
            <a:cxnSpLocks/>
          </p:cNvCxnSpPr>
          <p:nvPr/>
        </p:nvCxnSpPr>
        <p:spPr>
          <a:xfrm flipH="1">
            <a:off x="7044187" y="3397138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074D483-2852-5B14-D636-829CADBEE22C}"/>
              </a:ext>
            </a:extLst>
          </p:cNvPr>
          <p:cNvCxnSpPr>
            <a:cxnSpLocks/>
          </p:cNvCxnSpPr>
          <p:nvPr/>
        </p:nvCxnSpPr>
        <p:spPr>
          <a:xfrm flipH="1">
            <a:off x="7044187" y="4394602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5452344-C139-CE4E-1984-48669542D0CF}"/>
              </a:ext>
            </a:extLst>
          </p:cNvPr>
          <p:cNvSpPr txBox="1"/>
          <p:nvPr/>
        </p:nvSpPr>
        <p:spPr>
          <a:xfrm>
            <a:off x="8471396" y="2475581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N2_mRNA-1_01_R3D.dv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79AB53-9F29-19FB-C722-2751826058BD}"/>
              </a:ext>
            </a:extLst>
          </p:cNvPr>
          <p:cNvSpPr txBox="1"/>
          <p:nvPr/>
        </p:nvSpPr>
        <p:spPr>
          <a:xfrm>
            <a:off x="8471396" y="2738306"/>
            <a:ext cx="3334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N2_mRNA-1_01_R3D_REF.dv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F8D635-F85B-4476-DFA7-3AFA0395AE6B}"/>
              </a:ext>
            </a:extLst>
          </p:cNvPr>
          <p:cNvSpPr txBox="1"/>
          <p:nvPr/>
        </p:nvSpPr>
        <p:spPr>
          <a:xfrm>
            <a:off x="8471398" y="3544337"/>
            <a:ext cx="3334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N2_mRNA-1_02_R3D.dv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F53D50-39F9-78BB-4A25-5384B29146E4}"/>
              </a:ext>
            </a:extLst>
          </p:cNvPr>
          <p:cNvSpPr txBox="1"/>
          <p:nvPr/>
        </p:nvSpPr>
        <p:spPr>
          <a:xfrm>
            <a:off x="8471398" y="3807062"/>
            <a:ext cx="3519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N2_mRNA-1_02_R3D_REF.dv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6BE6A6-0167-C83D-744E-E4DA0A5AC894}"/>
              </a:ext>
            </a:extLst>
          </p:cNvPr>
          <p:cNvSpPr txBox="1"/>
          <p:nvPr/>
        </p:nvSpPr>
        <p:spPr>
          <a:xfrm>
            <a:off x="8471398" y="4577644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N2_mRNA-1_03_R3D.dv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0B5323-14F5-7FE5-3945-FE8F5CFE8B82}"/>
              </a:ext>
            </a:extLst>
          </p:cNvPr>
          <p:cNvSpPr txBox="1"/>
          <p:nvPr/>
        </p:nvSpPr>
        <p:spPr>
          <a:xfrm>
            <a:off x="8471398" y="4852726"/>
            <a:ext cx="3433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N2_mRNA-1_03_R3D_REF.dv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5E1021-2339-AD9F-7A10-045B0669E1EA}"/>
              </a:ext>
            </a:extLst>
          </p:cNvPr>
          <p:cNvSpPr txBox="1"/>
          <p:nvPr/>
        </p:nvSpPr>
        <p:spPr>
          <a:xfrm>
            <a:off x="8483075" y="5588632"/>
            <a:ext cx="343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N2_mRNA-1_04_R3D.dv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F88B0B-14EB-2965-E0E6-5EBC15AF584F}"/>
              </a:ext>
            </a:extLst>
          </p:cNvPr>
          <p:cNvSpPr txBox="1"/>
          <p:nvPr/>
        </p:nvSpPr>
        <p:spPr>
          <a:xfrm>
            <a:off x="8483075" y="5876069"/>
            <a:ext cx="3433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N2_mRNA-1_04_R3D_REF.dv</a:t>
            </a:r>
          </a:p>
        </p:txBody>
      </p:sp>
      <p:pic>
        <p:nvPicPr>
          <p:cNvPr id="47" name="Graphic 46" descr="Open folder with solid fill">
            <a:extLst>
              <a:ext uri="{FF2B5EF4-FFF2-40B4-BE49-F238E27FC236}">
                <a16:creationId xmlns:a16="http://schemas.microsoft.com/office/drawing/2014/main" id="{5208A629-2088-D0E0-C203-302105950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4285" y="1965125"/>
            <a:ext cx="788088" cy="788088"/>
          </a:xfrm>
          <a:prstGeom prst="rect">
            <a:avLst/>
          </a:prstGeom>
        </p:spPr>
      </p:pic>
      <p:pic>
        <p:nvPicPr>
          <p:cNvPr id="48" name="Graphic 47" descr="Open folder with solid fill">
            <a:extLst>
              <a:ext uri="{FF2B5EF4-FFF2-40B4-BE49-F238E27FC236}">
                <a16:creationId xmlns:a16="http://schemas.microsoft.com/office/drawing/2014/main" id="{7EB6B7C5-633D-BDAE-31D3-B35C9C2A3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4285" y="2987957"/>
            <a:ext cx="788088" cy="788088"/>
          </a:xfrm>
          <a:prstGeom prst="rect">
            <a:avLst/>
          </a:prstGeom>
        </p:spPr>
      </p:pic>
      <p:pic>
        <p:nvPicPr>
          <p:cNvPr id="49" name="Graphic 48" descr="Open folder with solid fill">
            <a:extLst>
              <a:ext uri="{FF2B5EF4-FFF2-40B4-BE49-F238E27FC236}">
                <a16:creationId xmlns:a16="http://schemas.microsoft.com/office/drawing/2014/main" id="{0D2CB435-7E79-1C58-5521-CBECD864F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4285" y="4010789"/>
            <a:ext cx="788088" cy="788088"/>
          </a:xfrm>
          <a:prstGeom prst="rect">
            <a:avLst/>
          </a:prstGeom>
        </p:spPr>
      </p:pic>
      <p:pic>
        <p:nvPicPr>
          <p:cNvPr id="50" name="Graphic 49" descr="Open folder with solid fill">
            <a:extLst>
              <a:ext uri="{FF2B5EF4-FFF2-40B4-BE49-F238E27FC236}">
                <a16:creationId xmlns:a16="http://schemas.microsoft.com/office/drawing/2014/main" id="{2510040E-6E83-2B91-1BD4-3EA7AF6FA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4285" y="5033621"/>
            <a:ext cx="788088" cy="788088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5534288C-5D3F-933B-1A0B-24E6AE72E5F7}"/>
              </a:ext>
            </a:extLst>
          </p:cNvPr>
          <p:cNvGrpSpPr/>
          <p:nvPr/>
        </p:nvGrpSpPr>
        <p:grpSpPr>
          <a:xfrm>
            <a:off x="7712835" y="2587084"/>
            <a:ext cx="673454" cy="338243"/>
            <a:chOff x="7158009" y="2549612"/>
            <a:chExt cx="300682" cy="338243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B7615CA-426E-2B45-5711-C1D7F5A068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2882168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29502EF-2B50-3BC5-BAB1-F5F51218A6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2686027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3EAEBAC-25EF-BBCB-AE82-B82750947DDD}"/>
                </a:ext>
              </a:extLst>
            </p:cNvPr>
            <p:cNvCxnSpPr>
              <a:cxnSpLocks/>
            </p:cNvCxnSpPr>
            <p:nvPr/>
          </p:nvCxnSpPr>
          <p:spPr>
            <a:xfrm>
              <a:off x="7162130" y="2549612"/>
              <a:ext cx="0" cy="3382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B24CE07-D102-C70D-64EC-337FC1701B59}"/>
              </a:ext>
            </a:extLst>
          </p:cNvPr>
          <p:cNvGrpSpPr/>
          <p:nvPr/>
        </p:nvGrpSpPr>
        <p:grpSpPr>
          <a:xfrm>
            <a:off x="7712835" y="3610198"/>
            <a:ext cx="673454" cy="338243"/>
            <a:chOff x="7158009" y="3635567"/>
            <a:chExt cx="300682" cy="338243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1C967D3-6ACF-43F2-9E78-3B4C771DD8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3968123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EE30F48-556E-A228-0752-2D27234200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3771982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994F283-7819-18DF-A576-E98BCF98E0C2}"/>
                </a:ext>
              </a:extLst>
            </p:cNvPr>
            <p:cNvCxnSpPr>
              <a:cxnSpLocks/>
            </p:cNvCxnSpPr>
            <p:nvPr/>
          </p:nvCxnSpPr>
          <p:spPr>
            <a:xfrm>
              <a:off x="7162130" y="3635567"/>
              <a:ext cx="0" cy="3382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BACD1E8-0C52-1577-EAE2-DE84C6747831}"/>
              </a:ext>
            </a:extLst>
          </p:cNvPr>
          <p:cNvGrpSpPr/>
          <p:nvPr/>
        </p:nvGrpSpPr>
        <p:grpSpPr>
          <a:xfrm>
            <a:off x="7712835" y="4633312"/>
            <a:ext cx="673454" cy="338243"/>
            <a:chOff x="7158009" y="2549612"/>
            <a:chExt cx="300682" cy="338243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C71499A-DBF6-52F3-EDF6-CDA15BBD9F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2882168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15CFDA7-37A5-DA4E-AA9E-ADEE631D3B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2686027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263C418-1E16-4E7A-7549-E516467C15C0}"/>
                </a:ext>
              </a:extLst>
            </p:cNvPr>
            <p:cNvCxnSpPr>
              <a:cxnSpLocks/>
            </p:cNvCxnSpPr>
            <p:nvPr/>
          </p:nvCxnSpPr>
          <p:spPr>
            <a:xfrm>
              <a:off x="7162130" y="2549612"/>
              <a:ext cx="0" cy="3382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04BCD16-6757-CDD4-12EC-5543BF6A8E18}"/>
              </a:ext>
            </a:extLst>
          </p:cNvPr>
          <p:cNvGrpSpPr/>
          <p:nvPr/>
        </p:nvGrpSpPr>
        <p:grpSpPr>
          <a:xfrm>
            <a:off x="7712835" y="5656425"/>
            <a:ext cx="673454" cy="338243"/>
            <a:chOff x="7158009" y="2549612"/>
            <a:chExt cx="300682" cy="338243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5153C3A-D52D-A6B6-3D2F-9F4BF4685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2882168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386D121-A18E-48CF-775F-42A01E714A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2686027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7CB9202-E4E6-49A7-B986-732461A48D67}"/>
                </a:ext>
              </a:extLst>
            </p:cNvPr>
            <p:cNvCxnSpPr>
              <a:cxnSpLocks/>
            </p:cNvCxnSpPr>
            <p:nvPr/>
          </p:nvCxnSpPr>
          <p:spPr>
            <a:xfrm>
              <a:off x="7162130" y="2549612"/>
              <a:ext cx="0" cy="3382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AB487D04-0545-30FF-EBFD-702E40A6AE6B}"/>
              </a:ext>
            </a:extLst>
          </p:cNvPr>
          <p:cNvSpPr txBox="1"/>
          <p:nvPr/>
        </p:nvSpPr>
        <p:spPr>
          <a:xfrm>
            <a:off x="8013517" y="204784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Image_01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EBD2414-E590-152C-E0F2-1B0714F19C09}"/>
              </a:ext>
            </a:extLst>
          </p:cNvPr>
          <p:cNvSpPr txBox="1"/>
          <p:nvPr/>
        </p:nvSpPr>
        <p:spPr>
          <a:xfrm>
            <a:off x="8001838" y="3138827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Image_02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4368DE1-4AC4-B9C2-B834-10A0CD0DA389}"/>
              </a:ext>
            </a:extLst>
          </p:cNvPr>
          <p:cNvSpPr txBox="1"/>
          <p:nvPr/>
        </p:nvSpPr>
        <p:spPr>
          <a:xfrm>
            <a:off x="8001838" y="4143219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Image_03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E20E78E-11A0-559B-A8A4-B8BABFC75D44}"/>
              </a:ext>
            </a:extLst>
          </p:cNvPr>
          <p:cNvSpPr txBox="1"/>
          <p:nvPr/>
        </p:nvSpPr>
        <p:spPr>
          <a:xfrm>
            <a:off x="8034101" y="523441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Image_04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3F83C-E0BF-5627-59CD-31E95F37D529}"/>
              </a:ext>
            </a:extLst>
          </p:cNvPr>
          <p:cNvSpPr txBox="1"/>
          <p:nvPr/>
        </p:nvSpPr>
        <p:spPr>
          <a:xfrm>
            <a:off x="517767" y="1018198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Project1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40D482-8B7B-BCFE-3328-0A72EA89711F}"/>
              </a:ext>
            </a:extLst>
          </p:cNvPr>
          <p:cNvSpPr txBox="1"/>
          <p:nvPr/>
        </p:nvSpPr>
        <p:spPr>
          <a:xfrm>
            <a:off x="6650826" y="103095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Project1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42AD617A-C3FA-3181-784C-612D7C087B69}"/>
              </a:ext>
            </a:extLst>
          </p:cNvPr>
          <p:cNvSpPr/>
          <p:nvPr/>
        </p:nvSpPr>
        <p:spPr>
          <a:xfrm>
            <a:off x="4797535" y="3021229"/>
            <a:ext cx="1946353" cy="1201028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66400D-6DD3-1A05-36A5-A46022004449}"/>
              </a:ext>
            </a:extLst>
          </p:cNvPr>
          <p:cNvSpPr txBox="1"/>
          <p:nvPr/>
        </p:nvSpPr>
        <p:spPr>
          <a:xfrm>
            <a:off x="4937559" y="3437730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organizeDV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14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143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Nishimura,Erin</dc:creator>
  <cp:lastModifiedBy>Nishimura,Erin</cp:lastModifiedBy>
  <cp:revision>4</cp:revision>
  <dcterms:created xsi:type="dcterms:W3CDTF">2025-12-09T01:53:14Z</dcterms:created>
  <dcterms:modified xsi:type="dcterms:W3CDTF">2025-12-09T02:13:11Z</dcterms:modified>
</cp:coreProperties>
</file>